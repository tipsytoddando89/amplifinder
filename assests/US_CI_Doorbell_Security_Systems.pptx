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  <a:latin typeface="Arial Black"/>
              </a:rPr>
              <a:t>US CI Doorbell and Security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04088"/>
            <a:ext cx="841248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0422"/>
            <a:ext cx="8412480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978408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34032" y="1057960"/>
            <a:ext cx="115214" cy="11521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480559" y="978408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60112" y="1057960"/>
            <a:ext cx="115214" cy="11521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38060" y="978408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17612" y="1057960"/>
            <a:ext cx="115214" cy="11521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62455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Arial"/>
              </a:rPr>
              <a:t>Entry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362455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Arial"/>
              </a:rPr>
              <a:t>Design Focused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362455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Arial"/>
              </a:rPr>
              <a:t>Luxury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91256" y="1362455"/>
            <a:ext cx="22860" cy="3575304"/>
          </a:xfrm>
          <a:prstGeom prst="rect">
            <a:avLst/>
          </a:prstGeom>
          <a:solidFill>
            <a:srgbClr val="5A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17336" y="1362455"/>
            <a:ext cx="22860" cy="3575304"/>
          </a:xfrm>
          <a:prstGeom prst="rect">
            <a:avLst/>
          </a:prstGeom>
          <a:solidFill>
            <a:srgbClr val="5A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1737359"/>
            <a:ext cx="2560320" cy="24414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39" y="1737359"/>
            <a:ext cx="2651760" cy="24414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737359"/>
            <a:ext cx="2514600" cy="24414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ntry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7" y="1893275"/>
            <a:ext cx="2432304" cy="2129617"/>
          </a:xfrm>
          <a:prstGeom prst="rect">
            <a:avLst/>
          </a:prstGeom>
        </p:spPr>
      </p:pic>
      <p:pic>
        <p:nvPicPr>
          <p:cNvPr id="20" name="Picture 19" descr="Design 1 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2468779"/>
            <a:ext cx="1252728" cy="978608"/>
          </a:xfrm>
          <a:prstGeom prst="rect">
            <a:avLst/>
          </a:prstGeom>
        </p:spPr>
      </p:pic>
      <p:pic>
        <p:nvPicPr>
          <p:cNvPr id="21" name="Picture 20" descr="Design 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279408"/>
            <a:ext cx="1252728" cy="1357351"/>
          </a:xfrm>
          <a:prstGeom prst="rect">
            <a:avLst/>
          </a:prstGeom>
        </p:spPr>
      </p:pic>
      <p:pic>
        <p:nvPicPr>
          <p:cNvPr id="22" name="Picture 21" descr="Luxury Door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2330994"/>
            <a:ext cx="1184148" cy="1254178"/>
          </a:xfrm>
          <a:prstGeom prst="rect">
            <a:avLst/>
          </a:prstGeom>
        </p:spPr>
      </p:pic>
      <p:pic>
        <p:nvPicPr>
          <p:cNvPr id="23" name="Picture 22" descr="Luxury Door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0940" y="1920987"/>
            <a:ext cx="1184148" cy="2074193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11480" y="4206240"/>
            <a:ext cx="2560320" cy="731520"/>
          </a:xfrm>
          <a:prstGeom prst="rect">
            <a:avLst/>
          </a:prstGeom>
          <a:solidFill>
            <a:srgbClr val="1A1A1A"/>
          </a:solidFill>
          <a:ln w="9525">
            <a:solidFill>
              <a:srgbClr val="7A6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206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Arial"/>
              </a:rPr>
              <a:t>[ Notes / description 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39" y="4206240"/>
            <a:ext cx="2651760" cy="731520"/>
          </a:xfrm>
          <a:prstGeom prst="rect">
            <a:avLst/>
          </a:prstGeom>
          <a:solidFill>
            <a:srgbClr val="1A1A1A"/>
          </a:solidFill>
          <a:ln w="9525">
            <a:solidFill>
              <a:srgbClr val="7A6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39" y="4206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Arial"/>
              </a:rPr>
              <a:t>[ Notes / description 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206240"/>
            <a:ext cx="2514600" cy="731520"/>
          </a:xfrm>
          <a:prstGeom prst="rect">
            <a:avLst/>
          </a:prstGeom>
          <a:solidFill>
            <a:srgbClr val="1A1A1A"/>
          </a:solidFill>
          <a:ln w="9525">
            <a:solidFill>
              <a:srgbClr val="7A6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20624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Arial"/>
              </a:rPr>
              <a:t>[ Notes / description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